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383" cy="755599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verify.onwingspan.com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400" cy="7556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4464050"/>
            <a:ext cx="2381250" cy="2387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693400" cy="7556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61790" y="2656840"/>
            <a:ext cx="236981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50">
                <a:solidFill>
                  <a:srgbClr val="000000"/>
                </a:solidFill>
                <a:latin typeface="helv"/>
              </a:rPr>
              <a:t>The certificate is awarded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4180" y="3039110"/>
            <a:ext cx="2225040" cy="345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00">
                <a:solidFill>
                  <a:srgbClr val="007CC3"/>
                </a:solidFill>
                <a:latin typeface="helv"/>
              </a:rPr>
              <a:t>Mousami Rout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3800" y="3656329"/>
            <a:ext cx="32258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00">
                <a:solidFill>
                  <a:srgbClr val="000000"/>
                </a:solidFill>
                <a:latin typeface="helv"/>
              </a:rPr>
              <a:t>for successfully completing the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5360" y="4019550"/>
            <a:ext cx="1122679" cy="187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50">
                <a:solidFill>
                  <a:srgbClr val="000000"/>
                </a:solidFill>
                <a:latin typeface="helv"/>
              </a:rPr>
              <a:t>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8360" y="4423410"/>
            <a:ext cx="1376679" cy="184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450">
                <a:solidFill>
                  <a:srgbClr val="000000"/>
                </a:solidFill>
                <a:latin typeface="helv"/>
              </a:rPr>
              <a:t>on May 21,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6904990"/>
            <a:ext cx="17792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000000"/>
                </a:solidFill>
                <a:latin typeface="helv"/>
              </a:rPr>
              <a:t>Issued on: Thursday, May 21, </a:t>
            </a:r>
            <a:r>
              <a:rPr spc="-100" sz="850">
                <a:solidFill>
                  <a:srgbClr val="000000"/>
                </a:solidFill>
                <a:latin typeface="helv"/>
                <a:hlinkClick r:id="rId5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510" y="7040880"/>
            <a:ext cx="3177540" cy="123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000000"/>
                </a:solidFill>
                <a:latin typeface="helv"/>
              </a:rPr>
              <a:t>To verify, scan the QR code at </a:t>
            </a:r>
            <a:r>
              <a:rPr spc="-100" sz="950">
                <a:solidFill>
                  <a:srgbClr val="0000EE"/>
                </a:solidFill>
                <a:latin typeface="helv"/>
                <a:hlinkClick r:id="rId5"/>
              </a:rPr>
              <a:t>https://verify.onwingspan.com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