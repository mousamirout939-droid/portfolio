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383" cy="755599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life-global.org/certificate/8fa853f6-d58f-4a70-90a7-d4988b08429f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png"/><Relationship Id="rId21" Type="http://schemas.openxmlformats.org/officeDocument/2006/relationships/image" Target="../media/image19.png"/><Relationship Id="rId22" Type="http://schemas.openxmlformats.org/officeDocument/2006/relationships/image" Target="../media/image20.png"/><Relationship Id="rId23" Type="http://schemas.openxmlformats.org/officeDocument/2006/relationships/image" Target="../media/image21.png"/><Relationship Id="rId24" Type="http://schemas.openxmlformats.org/officeDocument/2006/relationships/image" Target="../media/image22.png"/><Relationship Id="rId25" Type="http://schemas.openxmlformats.org/officeDocument/2006/relationships/image" Target="../media/image23.png"/><Relationship Id="rId26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130" cy="7556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01290" y="1617980"/>
            <a:ext cx="529463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750">
                <a:solidFill>
                  <a:srgbClr val="000000"/>
                </a:solidFill>
                <a:latin typeface="helv"/>
              </a:rPr>
              <a:t>Certificate of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90340" y="2440940"/>
            <a:ext cx="2716530" cy="421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300">
                <a:solidFill>
                  <a:srgbClr val="000000"/>
                </a:solidFill>
                <a:latin typeface="helv"/>
              </a:rPr>
              <a:t>Mousami Rout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95500" y="3053080"/>
            <a:ext cx="6504940" cy="2705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100">
                <a:solidFill>
                  <a:srgbClr val="000000"/>
                </a:solidFill>
                <a:latin typeface="helv"/>
              </a:rPr>
              <a:t>has successfully completed the HP LIFE online course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31260" y="3468370"/>
            <a:ext cx="3233419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250">
                <a:solidFill>
                  <a:srgbClr val="000000"/>
                </a:solidFill>
                <a:latin typeface="helv"/>
              </a:rPr>
              <a:t>Data Science &amp;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" y="3898900"/>
            <a:ext cx="8455660" cy="1854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50">
                <a:solidFill>
                  <a:srgbClr val="000000"/>
                </a:solidFill>
                <a:latin typeface="helv"/>
              </a:rPr>
              <a:t>By completing this course, the above-named student has learned about some leading data science and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8250" y="4165600"/>
            <a:ext cx="8219440" cy="184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50">
                <a:solidFill>
                  <a:srgbClr val="000000"/>
                </a:solidFill>
                <a:latin typeface="helv"/>
              </a:rPr>
              <a:t>analytics practices, methodologies, and tools, examined the benefits and challenges of a data-driven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2050" y="4432300"/>
            <a:ext cx="8371840" cy="184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50">
                <a:solidFill>
                  <a:srgbClr val="000000"/>
                </a:solidFill>
                <a:latin typeface="helv"/>
              </a:rPr>
              <a:t>approach for businesses, and gained knowledge about some of the essential skills needed to pursue a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5180" y="4681220"/>
            <a:ext cx="1465580" cy="184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50">
                <a:solidFill>
                  <a:srgbClr val="000000"/>
                </a:solidFill>
                <a:latin typeface="helv"/>
              </a:rPr>
              <a:t>career in the field.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2160" y="4997450"/>
            <a:ext cx="1532889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350">
                <a:solidFill>
                  <a:srgbClr val="000000"/>
                </a:solidFill>
                <a:latin typeface="helv"/>
              </a:rPr>
              <a:t>Presented 5/1/2026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6146800"/>
            <a:ext cx="1267460" cy="1854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50">
                <a:solidFill>
                  <a:srgbClr val="000000"/>
                </a:solidFill>
                <a:latin typeface="helv"/>
              </a:rPr>
              <a:t>Michele Malejki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1129" y="6410960"/>
            <a:ext cx="2773679" cy="1803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helv"/>
              </a:rPr>
              <a:t>Executive Director, HP Foundation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8280" y="6710680"/>
            <a:ext cx="5199380" cy="1727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300">
                <a:solidFill>
                  <a:srgbClr val="000000"/>
                </a:solidFill>
                <a:latin typeface="helv"/>
              </a:rPr>
              <a:t>Certificate serial number: </a:t>
            </a:r>
            <a:r>
              <a:rPr spc="-100" sz="1350">
                <a:solidFill>
                  <a:srgbClr val="024AD8"/>
                </a:solidFill>
                <a:latin typeface="helv"/>
                <a:hlinkClick r:id="rId3"/>
              </a:rPr>
              <a:t>8fa853f6-d58f-4a70-90a7-d4988b08429f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6350" y="660400"/>
            <a:ext cx="577850" cy="584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5400" y="685800"/>
            <a:ext cx="539750" cy="533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8500" y="869950"/>
            <a:ext cx="101600" cy="1651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6450" y="869950"/>
            <a:ext cx="31750" cy="1651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3600" y="869950"/>
            <a:ext cx="101600" cy="1651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7900" y="869950"/>
            <a:ext cx="107950" cy="1651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95240" y="713740"/>
            <a:ext cx="20320" cy="477519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21300" y="673100"/>
            <a:ext cx="558800" cy="5588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46700" y="698500"/>
            <a:ext cx="508000" cy="5080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43600" y="857250"/>
            <a:ext cx="120650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76950" y="901700"/>
            <a:ext cx="133350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29350" y="908050"/>
            <a:ext cx="120650" cy="1460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69050" y="901700"/>
            <a:ext cx="127000" cy="1460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08750" y="857250"/>
            <a:ext cx="133350" cy="1968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61150" y="901700"/>
            <a:ext cx="127000" cy="1524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07200" y="869950"/>
            <a:ext cx="76200" cy="1841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902450" y="863600"/>
            <a:ext cx="31750" cy="1841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53250" y="901700"/>
            <a:ext cx="133350" cy="1524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105650" y="901700"/>
            <a:ext cx="120650" cy="1460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324350" y="5473700"/>
            <a:ext cx="2051050" cy="6604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799840" y="5991860"/>
            <a:ext cx="3096260" cy="17779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0" y="0"/>
            <a:ext cx="2590800" cy="60261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819900" y="4781550"/>
            <a:ext cx="3873500" cy="27749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