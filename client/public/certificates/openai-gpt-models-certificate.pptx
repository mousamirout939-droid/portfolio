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383" cy="75559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verify.onwingspan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400" cy="7556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4464050"/>
            <a:ext cx="2381250" cy="238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693400" cy="755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61790" y="2656840"/>
            <a:ext cx="236981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The certificate is awarded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4180" y="3039110"/>
            <a:ext cx="2225040" cy="345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00">
                <a:solidFill>
                  <a:srgbClr val="007CC3"/>
                </a:solidFill>
                <a:latin typeface="helv"/>
              </a:rPr>
              <a:t>Mousami Rout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3800" y="3656329"/>
            <a:ext cx="32258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00">
                <a:solidFill>
                  <a:srgbClr val="000000"/>
                </a:solidFill>
                <a:latin typeface="helv"/>
              </a:rPr>
              <a:t>for successfully completing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3329" y="4030979"/>
            <a:ext cx="312674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helv"/>
              </a:rPr>
              <a:t>Introduction to OpenAI GPT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360" y="4423410"/>
            <a:ext cx="1376679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on May 13,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6904990"/>
            <a:ext cx="190753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000000"/>
                </a:solidFill>
                <a:latin typeface="helv"/>
              </a:rPr>
              <a:t>Issued on: Wednesday, May 1</a:t>
            </a:r>
            <a:r>
              <a:rPr spc="-100" sz="850">
                <a:solidFill>
                  <a:srgbClr val="000000"/>
                </a:solidFill>
                <a:latin typeface="helv"/>
                <a:hlinkClick r:id="rId5"/>
              </a:rPr>
              <a:t>3, 2026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510" y="7040880"/>
            <a:ext cx="317754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000000"/>
                </a:solidFill>
                <a:latin typeface="helv"/>
              </a:rPr>
              <a:t>To verify, scan the QR code at </a:t>
            </a:r>
            <a:r>
              <a:rPr spc="-100" sz="950">
                <a:solidFill>
                  <a:srgbClr val="0000EE"/>
                </a:solidFill>
                <a:latin typeface="helv"/>
                <a:hlinkClick r:id="rId5"/>
              </a:rPr>
              <a:t>https://verify.onwingspan.com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